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Montserrat" pitchFamily="2" charset="77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79"/>
  </p:normalViewPr>
  <p:slideViewPr>
    <p:cSldViewPr snapToGrid="0">
      <p:cViewPr varScale="1">
        <p:scale>
          <a:sx n="139" d="100"/>
          <a:sy n="139" d="100"/>
        </p:scale>
        <p:origin x="536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646b13310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646b13310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646b13310_4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646b13310_4_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646b13310_4_5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4646b13310_4_5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646b13310_4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4646b13310_4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646b13310_4_5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4646b13310_4_5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4646b13310_4_5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4646b13310_4_5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646b13310_5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4646b13310_5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4646b13310_4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4646b13310_4_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233400" y="1437800"/>
            <a:ext cx="59106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Secure Healthcare System</a:t>
            </a:r>
            <a:endParaRPr sz="3300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3993800" y="2790275"/>
            <a:ext cx="4442700" cy="4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HIPAA-Compliant Patient Data Management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Made by: McKinley Morris, Craig Fields, Williams Beaumont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Use Case</a:t>
            </a:r>
            <a:endParaRPr b="1"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16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Our secure healthcare system application is intended to be used in a direct-patient care model with a scaled down approach to clinic staffing. </a:t>
            </a:r>
            <a:endParaRPr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is an emphasis placed on the doctor-patient relationship, but an administrative employee will have access to the system in order to complete general tasks such as insurance coordination or appointment scheduling.</a:t>
            </a:r>
            <a:endParaRPr/>
          </a:p>
        </p:txBody>
      </p:sp>
      <p:pic>
        <p:nvPicPr>
          <p:cNvPr id="142" name="Google Shape;142;p14" descr="Public Domain Clip Art Image | Doctor examining a patient | ID ..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3225" y="2866550"/>
            <a:ext cx="2572649" cy="205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242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End to End Encryption</a:t>
            </a:r>
            <a:endParaRPr b="1"/>
          </a:p>
        </p:txBody>
      </p:sp>
      <p:sp>
        <p:nvSpPr>
          <p:cNvPr id="148" name="Google Shape;148;p15"/>
          <p:cNvSpPr txBox="1">
            <a:spLocks noGrp="1"/>
          </p:cNvSpPr>
          <p:nvPr>
            <p:ph type="body" idx="1"/>
          </p:nvPr>
        </p:nvSpPr>
        <p:spPr>
          <a:xfrm>
            <a:off x="1297500" y="1416500"/>
            <a:ext cx="70242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AES-256 encryption used when storing into the database.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Scrypt is used for the password hashing as it is one of the most computationally intensive systems.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 is only revealed to the user and is then after wiped from the session data.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All SQL inputs are sanitized before being inserted into the database to prevent injections or surveillance tactics.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5646600" cy="9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Two-Factor Authentication</a:t>
            </a:r>
            <a:endParaRPr b="1"/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1"/>
          </p:nvPr>
        </p:nvSpPr>
        <p:spPr>
          <a:xfrm>
            <a:off x="1297500" y="1369650"/>
            <a:ext cx="5469900" cy="30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Implemented via time-based one-time password (compatible with Google Authenticator)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When a user logs in, a token/code is created using a predetermined secret key along with the current time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token can be accessed through a QR-code displayed on the user-interface after the user has provided the correct username and password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one-time code remains valid for 30 seconds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General Security Features</a:t>
            </a:r>
            <a:endParaRPr b="1"/>
          </a:p>
        </p:txBody>
      </p:sp>
      <p:sp>
        <p:nvSpPr>
          <p:cNvPr id="160" name="Google Shape;160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Timed session logouts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Sessions are closed after 30 minutes of inactivity 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Role-Based Access Control: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Level of access to create, read, update, and delete are delegated based on the user’s role (doctor, admin, patient)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Comprehensive logging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Action type, data type, timestamp, and user ID</a:t>
            </a:r>
            <a:endParaRPr/>
          </a:p>
        </p:txBody>
      </p:sp>
      <p:pic>
        <p:nvPicPr>
          <p:cNvPr id="161" name="Google Shape;16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4000" y="3405000"/>
            <a:ext cx="5905501" cy="137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User Interface Ease of Use</a:t>
            </a:r>
            <a:endParaRPr b="1"/>
          </a:p>
        </p:txBody>
      </p:sp>
      <p:sp>
        <p:nvSpPr>
          <p:cNvPr id="167" name="Google Shape;167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Role-specific dashboards that display only relevant information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Simple patient search function for doctors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One-click access to common functions (add patient, add record)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Straightforward two-factor authentication setup with QR codes</a:t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HIPAA Privacy/ Security Rule</a:t>
            </a:r>
            <a:endParaRPr b="1"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1"/>
          </p:nvPr>
        </p:nvSpPr>
        <p:spPr>
          <a:xfrm>
            <a:off x="1074425" y="1521100"/>
            <a:ext cx="7674300" cy="28290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>
                <a:latin typeface="Arial"/>
                <a:ea typeface="Arial"/>
                <a:cs typeface="Arial"/>
                <a:sym typeface="Arial"/>
              </a:rPr>
              <a:t>Protected Health Information (PHI)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Names, Medical records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>
                <a:latin typeface="Arial"/>
                <a:ea typeface="Arial"/>
                <a:cs typeface="Arial"/>
                <a:sym typeface="Arial"/>
              </a:rPr>
              <a:t>Access Controls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Implement a </a:t>
            </a:r>
            <a:r>
              <a:rPr lang="en" sz="1400" b="1">
                <a:latin typeface="Arial"/>
                <a:ea typeface="Arial"/>
                <a:cs typeface="Arial"/>
                <a:sym typeface="Arial"/>
              </a:rPr>
              <a:t>control-based system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that defines access rights based on user roles within the organization.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Ensure that only authorized personnel have access to sensitive information based on their specific responsibilities.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Technical Safeguards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Implement multi-factor authentication (MFA) to verify the identity of users accessing sensitive systems.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/>
          </a:p>
        </p:txBody>
      </p:sp>
      <p:sp>
        <p:nvSpPr>
          <p:cNvPr id="174" name="Google Shape;174;p19"/>
          <p:cNvSpPr txBox="1"/>
          <p:nvPr/>
        </p:nvSpPr>
        <p:spPr>
          <a:xfrm>
            <a:off x="7256325" y="519550"/>
            <a:ext cx="1922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Future Considerations</a:t>
            </a:r>
            <a:endParaRPr b="1"/>
          </a:p>
        </p:txBody>
      </p:sp>
      <p:sp>
        <p:nvSpPr>
          <p:cNvPr id="180" name="Google Shape;180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Non-localized database storage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Non-localized key generation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AI-based security alerts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Password security APIs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>
            <a:spLocks noGrp="1"/>
          </p:cNvSpPr>
          <p:nvPr>
            <p:ph type="ctrTitle"/>
          </p:nvPr>
        </p:nvSpPr>
        <p:spPr>
          <a:xfrm>
            <a:off x="3233400" y="1437800"/>
            <a:ext cx="59106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Thank You!</a:t>
            </a:r>
            <a:endParaRPr sz="3300"/>
          </a:p>
        </p:txBody>
      </p:sp>
      <p:sp>
        <p:nvSpPr>
          <p:cNvPr id="186" name="Google Shape;186;p21"/>
          <p:cNvSpPr txBox="1">
            <a:spLocks noGrp="1"/>
          </p:cNvSpPr>
          <p:nvPr>
            <p:ph type="subTitle" idx="1"/>
          </p:nvPr>
        </p:nvSpPr>
        <p:spPr>
          <a:xfrm>
            <a:off x="3993800" y="2790275"/>
            <a:ext cx="4442700" cy="4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</Words>
  <Application>Microsoft Macintosh PowerPoint</Application>
  <PresentationFormat>On-screen Show (16:9)</PresentationFormat>
  <Paragraphs>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Montserrat</vt:lpstr>
      <vt:lpstr>Lato</vt:lpstr>
      <vt:lpstr>Arial</vt:lpstr>
      <vt:lpstr>Focus</vt:lpstr>
      <vt:lpstr>Secure Healthcare System</vt:lpstr>
      <vt:lpstr>Use Case</vt:lpstr>
      <vt:lpstr>End to End Encryption</vt:lpstr>
      <vt:lpstr>Two-Factor Authentication</vt:lpstr>
      <vt:lpstr>General Security Features</vt:lpstr>
      <vt:lpstr>User Interface Ease of Use</vt:lpstr>
      <vt:lpstr>HIPAA Privacy/ Security Rule</vt:lpstr>
      <vt:lpstr>Future Considerations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Craig Fields</cp:lastModifiedBy>
  <cp:revision>1</cp:revision>
  <dcterms:modified xsi:type="dcterms:W3CDTF">2026-09-04T21:30:03Z</dcterms:modified>
</cp:coreProperties>
</file>